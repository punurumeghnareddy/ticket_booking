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27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27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27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27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27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27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71943"/>
              </p:ext>
            </p:extLst>
          </p:nvPr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P. Meghna (2420030401)</a:t>
                      </a:r>
                      <a:b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</a:b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Thanusree Katta (2420030442)</a:t>
                      </a:r>
                      <a:b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</a:b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Navya Sri (2420090119)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16756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Navyatha Ravi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Guide,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Food Delivery Tracking Application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Content Placeholder"/>
          <p:cNvSpPr txBox="1"/>
          <p:nvPr/>
        </p:nvSpPr>
        <p:spPr>
          <a:xfrm>
            <a:off x="791997" y="1350000"/>
            <a:ext cx="10608006" cy="5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Customers get little real visibility into their order’s journey – left guessing about preparation delays, pickup times, and the delivery agent’s exact location.</a:t>
            </a:r>
          </a:p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Many small and mid-sized food delivery platforms rely on static status labels such as “Order Placed”, “Out for Delivery” and “Delivered”, instead of continuous, live location tracking.</a:t>
            </a:r>
          </a:p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This lack of transparency reduces customer trust and increases support overhead for restaurants and delivery platforms.</a:t>
            </a:r>
          </a:p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Restaurants, riders and platforms also struggle to coordinate orders and routes efficiently without a unified tracking system.</a:t>
            </a:r>
          </a:p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There is a clear need for a dedicated Food Delivery Tracking Application that unifies order management, live GPS-based tracking and timely notifications for customers, delivery agents and restaurant/admin staff.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Content Placeholder"/>
          <p:cNvSpPr txBox="1"/>
          <p:nvPr/>
        </p:nvSpPr>
        <p:spPr>
          <a:xfrm>
            <a:off x="791997" y="1350000"/>
            <a:ext cx="10608006" cy="5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Build a multi-role, client-server platform serving customers, delivery agents and restaurant/admin staff through a mobile/web front end and a RESTful backend.</a:t>
            </a:r>
          </a:p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Provide secure user registration &amp; authentication, and let restaurants manage menus, item availability and pricing in real time.</a:t>
            </a:r>
          </a:p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Support cart management, order placement and payment confirmation, with automatic assignment of an available delivery agent based on proximity and current workload.</a:t>
            </a:r>
          </a:p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Move every order through a defined, logged and timestamped lifecycle: placed, accepted, preparing, picked up and delivered.</a:t>
            </a:r>
          </a:p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Stream the delivery agent’s live GPS location to the customer app via WebSocket/push updates and compute a dynamically updating ETA.</a:t>
            </a:r>
          </a:p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Keep every stakeholder informed with stage-wise push notifications, and give admins a consolidated dashboard of active orders, agent availability and delivery performance.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510879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Hilal et. al. [</a:t>
                      </a:r>
                      <a:r>
                        <a:rPr lang="en-IN" sz="14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Intelligent Epileptic Seizure Detection and Classification Model Using Optimal Deep Canonical Sparse Autoencoder,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Biology, 2022-mdpi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Coyote optimization algorithm 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(COA) for feature selection 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Krill herd algorithm 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(KHA) for parameter tuning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intelligent deep canonical sparse autoencoder-based epileptic seizure detection and classification model using EEG signals. 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It achieves a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maximum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of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98.67% 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98.73%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under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binary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multi-classification,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respectively.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The paper does not mention the specific limitations of the proposed </a:t>
                      </a:r>
                      <a:r>
                        <a:rPr lang="en-IN" sz="14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DCSAE-ESDC </a:t>
                      </a:r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technique or the experimental analysis conducted using the benchmark epileptic seizure dataset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Content Placeholder"/>
          <p:cNvSpPr txBox="1"/>
          <p:nvPr/>
        </p:nvSpPr>
        <p:spPr>
          <a:xfrm>
            <a:off x="791997" y="1900000"/>
            <a:ext cx="10608006" cy="45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  <a:tabLst>
                <a:tab pos="1524000" algn="l"/>
              </a:tabLst>
            </a:pPr>
            <a:r>
              <a:rPr lang="en-US" sz="1800" dirty="0"/>
              <a:t>Existing small/mid-sized platforms show only static status text (Placed / Out for Delivery / Delivered) rather than a continuously updating live location.</a:t>
            </a:r>
          </a:p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  <a:tabLst>
                <a:tab pos="1524000" algn="l"/>
              </a:tabLst>
            </a:pPr>
            <a:r>
              <a:rPr lang="en-US" sz="1800" dirty="0"/>
              <a:t>No dynamic ETA that recalculates in real time from the agent’s current position, route distance and travel speed.</a:t>
            </a:r>
          </a:p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  <a:tabLst>
                <a:tab pos="1524000" algn="l"/>
              </a:tabLst>
            </a:pPr>
            <a:r>
              <a:rPr lang="en-US" sz="1800" dirty="0"/>
              <a:t>Delivery-agent assignment is often manual or ad-hoc, instead of automated and based on proximity and current workload.</a:t>
            </a:r>
          </a:p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  <a:tabLst>
                <a:tab pos="1524000" algn="l"/>
              </a:tabLst>
            </a:pPr>
            <a:r>
              <a:rPr lang="en-US" sz="1800" dirty="0"/>
              <a:t>Restaurants and platform staff lack a single, consolidated view of active orders, agent availability and delivery performance metrics.</a:t>
            </a:r>
          </a:p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  <a:tabLst>
                <a:tab pos="1524000" algn="l"/>
              </a:tabLst>
            </a:pPr>
            <a:r>
              <a:rPr lang="en-US" sz="1800" dirty="0"/>
              <a:t>Net effect: reduced customer trust and a higher volume of “where is my order” support queries.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Content Placeholder"/>
          <p:cNvSpPr txBox="1"/>
          <p:nvPr/>
        </p:nvSpPr>
        <p:spPr>
          <a:xfrm>
            <a:off x="791997" y="1900000"/>
            <a:ext cx="10608006" cy="455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Continuous, live GPS tracking streamed to the customer app over WebSocket/push channels – the map updates on its own instead of on manual refresh.</a:t>
            </a:r>
          </a:p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A dynamic ETA engine that recalculates as conditions change, using the agent’s current location, route distance and average travel speed.</a:t>
            </a:r>
          </a:p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Proximity- and workload-aware automatic delivery-agent assignment at order confirmation.</a:t>
            </a:r>
          </a:p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A fully logged, timestamped order lifecycle (placed → accepted → preparing → pickup → delivered) for end-to-end accountability.</a:t>
            </a:r>
          </a:p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A service-oriented, modular architecture – separate services for users, restaurants/menu, orders, live tracking and notifications – so each can be developed, scaled and maintained independently.</a:t>
            </a:r>
          </a:p>
          <a:p>
            <a:pPr marL="285750" lvl="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A consolidated admin dashboard surfacing live operational metrics such as average delivery time and on-time delivery rate.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300420" y="146586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Feasibility Text"/>
          <p:cNvSpPr txBox="1"/>
          <p:nvPr/>
        </p:nvSpPr>
        <p:spPr>
          <a:xfrm>
            <a:off x="791997" y="854472"/>
            <a:ext cx="10608006" cy="15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Feasibility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/>
              <a:t>Technically feasible: mobile/web front end, RESTful backend, and a relational/NoSQL database in a standard client-server architecture.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/>
              <a:t>Relies on well-established building blocks – REST APIs, WebSocket/push messaging, and Maps/GPS APIs – which keeps implementation and integration risk low.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/>
              <a:t>Service-oriented, modular design lets each module (auth, restaurant/menu, order, tracking, notification) be built, tested and scaled independently, supporting an incremental delivery plan.</a:t>
            </a:r>
          </a:p>
        </p:txBody>
      </p:sp>
      <p:sp>
        <p:nvSpPr>
          <p:cNvPr id="102" name="Plan Heading"/>
          <p:cNvSpPr txBox="1"/>
          <p:nvPr/>
        </p:nvSpPr>
        <p:spPr>
          <a:xfrm>
            <a:off x="791997" y="3550000"/>
            <a:ext cx="10608006" cy="3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sz="2000" b="1" dirty="0"/>
              <a:t>Project Plan</a:t>
            </a:r>
          </a:p>
        </p:txBody>
      </p:sp>
      <p:graphicFrame>
        <p:nvGraphicFramePr>
          <p:cNvPr id="103" name="Timeline Table"/>
          <p:cNvGraphicFramePr>
            <a:graphicFrameLocks noGrp="1"/>
          </p:cNvGraphicFramePr>
          <p:nvPr/>
        </p:nvGraphicFramePr>
        <p:xfrm>
          <a:off x="791997" y="3950000"/>
          <a:ext cx="10608006" cy="2650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8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Phase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Focus Area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Duration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User &amp; Auth and Restaurant/Menu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Week 1–2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Order Processing (cart, payment, agent assignment)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Week 3–4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Live Tracking &amp; Dynamic ETA (GPS streaming, WebSocket)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Week 5–6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Phase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Notifications &amp; Admin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Week 7–8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Phase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Integration, Testing &amp;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Week 9–10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874</Words>
  <Application>Microsoft Office PowerPoint</Application>
  <PresentationFormat>Widescreen</PresentationFormat>
  <Paragraphs>104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Meghna PV</cp:lastModifiedBy>
  <cp:revision>33</cp:revision>
  <dcterms:created xsi:type="dcterms:W3CDTF">2026-08-08T06:33:56Z</dcterms:created>
  <dcterms:modified xsi:type="dcterms:W3CDTF">2026-08-27T05:43:01Z</dcterms:modified>
</cp:coreProperties>
</file>